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87" r:id="rId2"/>
    <p:sldId id="258" r:id="rId3"/>
    <p:sldId id="259" r:id="rId4"/>
    <p:sldId id="261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401" r:id="rId29"/>
    <p:sldId id="402" r:id="rId30"/>
  </p:sldIdLst>
  <p:sldSz cx="12192000" cy="6858000"/>
  <p:notesSz cx="6858000" cy="9144000"/>
  <p:defaultTextStyle>
    <a:defPPr>
      <a:defRPr lang="en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9090"/>
    <a:srgbClr val="ADA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77"/>
    <p:restoredTop sz="94719"/>
  </p:normalViewPr>
  <p:slideViewPr>
    <p:cSldViewPr>
      <p:cViewPr varScale="1">
        <p:scale>
          <a:sx n="108" d="100"/>
          <a:sy n="108" d="100"/>
        </p:scale>
        <p:origin x="10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68" d="100"/>
          <a:sy n="168" d="100"/>
        </p:scale>
        <p:origin x="6640" y="216"/>
      </p:cViewPr>
      <p:guideLst/>
    </p:cSldViewPr>
  </p:notesViewPr>
  <p:gridSpacing cx="120014" cy="12001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2320C36-DC24-9ED4-9285-F5D0B778F49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943042-8AE0-5CD3-2129-3208B062890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7E257-C412-4242-A355-113E9CC09C74}" type="datetimeFigureOut">
              <a:rPr lang="en-CZ" smtClean="0"/>
              <a:t>09/23/2026</a:t>
            </a:fld>
            <a:endParaRPr lang="en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6CDA26-C1FF-94A3-C007-15CD1CC727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EA3F51-E3B4-B290-9045-934B6BA49CA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C26D12-D636-824E-9AE4-A01881B3441F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8854084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B39C9E-DFEA-E74F-96C8-E003C538A4D5}" type="datetimeFigureOut">
              <a:rPr lang="en-CZ" smtClean="0"/>
              <a:t>09/23/2026</a:t>
            </a:fld>
            <a:endParaRPr lang="en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BBFD19-864A-2B40-B388-40CB282C2D58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81508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screen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ed rectangular object with black text&#10;&#10;AI-generated content may be incorrect.">
            <a:extLst>
              <a:ext uri="{FF2B5EF4-FFF2-40B4-BE49-F238E27FC236}">
                <a16:creationId xmlns:a16="http://schemas.microsoft.com/office/drawing/2014/main" id="{9FB51FD0-70D5-87C5-73B4-E4694559EE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8" name="Image 2" descr=" ">
            <a:extLst>
              <a:ext uri="{FF2B5EF4-FFF2-40B4-BE49-F238E27FC236}">
                <a16:creationId xmlns:a16="http://schemas.microsoft.com/office/drawing/2014/main" id="{F696AA6D-7B2B-9E7A-16B9-E36EB7D493E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02419" y="6238229"/>
            <a:ext cx="199407" cy="18583"/>
          </a:xfrm>
          <a:prstGeom prst="rect">
            <a:avLst/>
          </a:prstGeom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C61645C-D48D-090F-C2EE-55373066A0B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95510" y="463277"/>
            <a:ext cx="3813857" cy="232185"/>
          </a:xfrm>
        </p:spPr>
        <p:txBody>
          <a:bodyPr lIns="0" anchor="ctr">
            <a:normAutofit/>
          </a:bodyPr>
          <a:lstStyle>
            <a:lvl1pPr marL="0" indent="0" algn="ctr">
              <a:buNone/>
              <a:defRPr sz="135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CZ" dirty="0"/>
              <a:t>C1 Úroveň zabezpečení | XX.XX.XXXX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F70079-2AB8-E980-0B3D-21FADCC9C15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5328" y="1013282"/>
            <a:ext cx="6480756" cy="2366480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Presentation Title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268D20D9-FA91-EC73-296F-A97036CC944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328" y="3515889"/>
            <a:ext cx="6480756" cy="1902833"/>
          </a:xfr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Speaker 1, Job Position</a:t>
            </a:r>
          </a:p>
          <a:p>
            <a:pPr lvl="0"/>
            <a:r>
              <a:rPr lang="en-GB" dirty="0"/>
              <a:t>Speaker 2, Job Position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7880078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screen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square object with a red background&#10;&#10;AI-generated content may be incorrect.">
            <a:extLst>
              <a:ext uri="{FF2B5EF4-FFF2-40B4-BE49-F238E27FC236}">
                <a16:creationId xmlns:a16="http://schemas.microsoft.com/office/drawing/2014/main" id="{113C6E9E-01AF-99AB-57DB-2005572AEB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4210275"/>
            <a:ext cx="9757753" cy="1576834"/>
          </a:xfrm>
        </p:spPr>
        <p:txBody>
          <a:bodyPr anchor="t">
            <a:normAutofit/>
          </a:bodyPr>
          <a:lstStyle>
            <a:lvl1pPr marL="0" indent="0" algn="l">
              <a:buFontTx/>
              <a:buNone/>
              <a:defRPr sz="5750" spc="-2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Presentation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1F5FFD48-1135-003F-BE12-A4D8BD8830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97286" y="540768"/>
            <a:ext cx="9757441" cy="232185"/>
          </a:xfrm>
        </p:spPr>
        <p:txBody>
          <a:bodyPr lIns="90000" anchor="ctr">
            <a:normAutofit/>
          </a:bodyPr>
          <a:lstStyle>
            <a:lvl1pPr marL="0" indent="0" algn="l">
              <a:buNone/>
              <a:defRPr sz="1350" spc="-4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C1 Úroveň zabezpečení | XX.XX.XXXX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6975" y="3258882"/>
            <a:ext cx="9757752" cy="809625"/>
          </a:xfrm>
        </p:spPr>
        <p:txBody>
          <a:bodyPr anchor="b">
            <a:normAutofit/>
          </a:bodyPr>
          <a:lstStyle>
            <a:lvl1pPr marL="0" indent="0">
              <a:buFontTx/>
              <a:buNone/>
              <a:defRPr sz="21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Speaker Name, Job Position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3554832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36968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36968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FCEA7A-4C33-A425-8D36-AEB6FC3946D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1" y="0"/>
            <a:ext cx="4068773" cy="6858000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pic>
        <p:nvPicPr>
          <p:cNvPr id="15" name="Picture 14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4A4EF927-3407-5CAD-43C4-A7FC5993C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25888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808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96590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2707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  <p:pic>
        <p:nvPicPr>
          <p:cNvPr id="15" name="Picture 14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4A4EF927-3407-5CAD-43C4-A7FC5993C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5598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568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ackground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rectangular object with black background&#10;&#10;AI-generated content may be incorrect.">
            <a:extLst>
              <a:ext uri="{FF2B5EF4-FFF2-40B4-BE49-F238E27FC236}">
                <a16:creationId xmlns:a16="http://schemas.microsoft.com/office/drawing/2014/main" id="{B2137E87-0830-5333-70AF-71211948C9A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96590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2707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4254419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ru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3124041"/>
            <a:ext cx="9757753" cy="1576834"/>
          </a:xfrm>
        </p:spPr>
        <p:txBody>
          <a:bodyPr anchor="t">
            <a:normAutofit/>
          </a:bodyPr>
          <a:lstStyle>
            <a:lvl1pPr marL="0" indent="0" algn="ctr">
              <a:buFontTx/>
              <a:buNone/>
              <a:defRPr sz="5750" spc="-22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CZ" dirty="0"/>
              <a:t>Rule number one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7286" y="2480465"/>
            <a:ext cx="9769715" cy="668124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2600" b="1" i="0" spc="-60" baseline="0">
                <a:solidFill>
                  <a:srgbClr val="909090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Rule #1</a:t>
            </a:r>
            <a:endParaRPr lang="en-CZ" dirty="0"/>
          </a:p>
        </p:txBody>
      </p:sp>
      <p:pic>
        <p:nvPicPr>
          <p:cNvPr id="4" name="Picture 3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BE6F4253-66D5-BFAF-D7A8-A3DE4917DE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04729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704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rule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and black curved object&#10;&#10;AI-generated content may be incorrect.">
            <a:extLst>
              <a:ext uri="{FF2B5EF4-FFF2-40B4-BE49-F238E27FC236}">
                <a16:creationId xmlns:a16="http://schemas.microsoft.com/office/drawing/2014/main" id="{642FFEE4-A78C-ED95-44C1-9D47F5FB80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3124041"/>
            <a:ext cx="9757753" cy="1576834"/>
          </a:xfrm>
        </p:spPr>
        <p:txBody>
          <a:bodyPr anchor="t">
            <a:normAutofit/>
          </a:bodyPr>
          <a:lstStyle>
            <a:lvl1pPr marL="0" indent="0" algn="ctr">
              <a:buFontTx/>
              <a:buNone/>
              <a:defRPr sz="5750" spc="-2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Rule number one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7286" y="2480465"/>
            <a:ext cx="9769715" cy="668124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26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Rule #1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263958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291577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5715000" cy="4588971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0639" y="1809750"/>
            <a:ext cx="5702441" cy="4584872"/>
          </a:xfrm>
        </p:spPr>
        <p:txBody>
          <a:bodyPr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6561" y="1430793"/>
            <a:ext cx="571063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416614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white rectangular object with black dots&#10;&#10;Description automatically generated">
            <a:extLst>
              <a:ext uri="{FF2B5EF4-FFF2-40B4-BE49-F238E27FC236}">
                <a16:creationId xmlns:a16="http://schemas.microsoft.com/office/drawing/2014/main" id="{D0A56A95-2651-7BE3-CCA5-6FFD906634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3748675" cy="4588971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23474" y="1809750"/>
            <a:ext cx="3748674" cy="4584872"/>
          </a:xfrm>
        </p:spPr>
        <p:txBody>
          <a:bodyPr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3475" y="1430793"/>
            <a:ext cx="3748674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FF836928-D44A-F6A4-55EF-EEE3A562A40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21650" y="1809750"/>
            <a:ext cx="3765550" cy="4584872"/>
          </a:xfrm>
        </p:spPr>
        <p:txBody>
          <a:bodyPr rIns="324000"/>
          <a:lstStyle/>
          <a:p>
            <a:pPr lvl="0"/>
            <a:r>
              <a:rPr lang="en-CZ" dirty="0"/>
              <a:t>Donec ultricies, nisi eget porttitor.</a:t>
            </a:r>
          </a:p>
          <a:p>
            <a:pPr lvl="2"/>
            <a:r>
              <a:rPr lang="en-CZ" dirty="0"/>
              <a:t>Mauris in porta sapien. Morbi.</a:t>
            </a:r>
          </a:p>
          <a:p>
            <a:pPr lvl="2"/>
            <a:r>
              <a:rPr lang="en-CZ" dirty="0"/>
              <a:t>Nulla turpis magna, malesuada.</a:t>
            </a:r>
          </a:p>
          <a:p>
            <a:pPr lvl="2"/>
            <a:r>
              <a:rPr lang="en-CZ" dirty="0"/>
              <a:t>Nunc feugiat nunc.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33E1FDA4-9661-C8FC-6074-D7BC1D4F61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5472" y="1433968"/>
            <a:ext cx="3768077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5375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0402405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C72BF794-86A9-C2D6-8D24-126A1602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5706870" cy="1865699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3835" y="4528922"/>
            <a:ext cx="5711954" cy="1865699"/>
          </a:xfrm>
        </p:spPr>
        <p:txBody>
          <a:bodyPr rIns="324000"/>
          <a:lstStyle/>
          <a:p>
            <a:pPr lvl="2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, nisi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in porta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Morbi.</a:t>
            </a:r>
          </a:p>
          <a:p>
            <a:pPr lvl="2"/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turpis</a:t>
            </a:r>
            <a:r>
              <a:rPr lang="en-GB" dirty="0">
                <a:effectLst/>
              </a:rPr>
              <a:t> magna,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>
                <a:effectLst/>
              </a:rPr>
              <a:t>Nunc </a:t>
            </a:r>
            <a:r>
              <a:rPr lang="en-GB" dirty="0" err="1">
                <a:effectLst/>
              </a:rPr>
              <a:t>feugiat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7926" y="415908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A6A74171-E976-3643-BF25-896194A80B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1297" y="1805651"/>
            <a:ext cx="5706870" cy="1865699"/>
          </a:xfrm>
        </p:spPr>
        <p:txBody>
          <a:bodyPr rIns="324000"/>
          <a:lstStyle/>
          <a:p>
            <a:pPr lvl="4"/>
            <a:r>
              <a:rPr lang="en-GB" dirty="0">
                <a:effectLst/>
              </a:rPr>
              <a:t>Cras auctor,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</a:t>
            </a:r>
          </a:p>
          <a:p>
            <a:pPr lvl="4"/>
            <a:r>
              <a:rPr lang="en-GB" dirty="0">
                <a:effectLst/>
              </a:rPr>
              <a:t>Vestibulum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, ex et </a:t>
            </a:r>
            <a:r>
              <a:rPr lang="en-GB" dirty="0" err="1">
                <a:effectLst/>
              </a:rPr>
              <a:t>placerat</a:t>
            </a:r>
            <a:endParaRPr lang="en-GB" dirty="0">
              <a:effectLst/>
            </a:endParaRPr>
          </a:p>
          <a:p>
            <a:pPr lvl="4"/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endParaRPr lang="en-CZ" dirty="0"/>
          </a:p>
        </p:txBody>
      </p:sp>
      <p:sp>
        <p:nvSpPr>
          <p:cNvPr id="10" name="Text Placeholder 22">
            <a:extLst>
              <a:ext uri="{FF2B5EF4-FFF2-40B4-BE49-F238E27FC236}">
                <a16:creationId xmlns:a16="http://schemas.microsoft.com/office/drawing/2014/main" id="{BBBD009F-15D0-60CD-B3CA-988DFB10F97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6213" y="4528922"/>
            <a:ext cx="5711954" cy="1865699"/>
          </a:xfrm>
        </p:spPr>
        <p:txBody>
          <a:bodyPr rIns="324000"/>
          <a:lstStyle/>
          <a:p>
            <a:pPr lvl="2"/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, lorem at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 dictum.</a:t>
            </a:r>
          </a:p>
          <a:p>
            <a:pPr lvl="2"/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magna.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ex.</a:t>
            </a:r>
          </a:p>
          <a:p>
            <a:pPr lvl="2"/>
            <a:r>
              <a:rPr lang="en-GB" dirty="0">
                <a:effectLst/>
              </a:rPr>
              <a:t>Aenean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neque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D6D00DAC-600E-653C-1D40-A87E3A064EF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80304" y="415908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47C08DB3-E084-4CE9-0A02-26C5C499DFE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76213" y="143079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4202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6CA2F6AE-3BF0-564A-2189-7F2EF7BA7F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7926" y="3836355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Proin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ornare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commodo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consectetur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,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sagittis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purus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501CA1E-D2CD-EDC4-D9AC-9729D86EEC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7926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Duis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sollicitudin</a:t>
            </a:r>
            <a:r>
              <a:rPr lang="en-GB" dirty="0">
                <a:effectLst/>
              </a:rPr>
              <a:t> nisi.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metus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consequat</a:t>
            </a:r>
            <a:r>
              <a:rPr lang="en-GB" dirty="0">
                <a:effectLst/>
              </a:rPr>
              <a:t> in,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Vivamus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 libero. Maecenas vestibulum.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C2FE33D-DF87-F832-AAAD-D8759EEF3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907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. Nam </a:t>
            </a:r>
            <a:r>
              <a:rPr lang="en-GB" dirty="0" err="1">
                <a:effectLst/>
              </a:rPr>
              <a:t>mollis</a:t>
            </a:r>
            <a:r>
              <a:rPr lang="en-GB" dirty="0">
                <a:effectLst/>
              </a:rPr>
              <a:t> fermentum </a:t>
            </a:r>
            <a:r>
              <a:rPr lang="en-GB" dirty="0" err="1">
                <a:effectLst/>
              </a:rPr>
              <a:t>lacus</a:t>
            </a:r>
            <a:r>
              <a:rPr lang="en-GB" dirty="0">
                <a:effectLst/>
              </a:rPr>
              <a:t>. 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A798195-7A30-2172-FD40-31EF699D19E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1888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risus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imperdiet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lorem.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DFBAB27-E799-03C9-A3C7-0381590EFB7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73607" y="3836355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egestas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, non maximus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 in mi.</a:t>
            </a:r>
          </a:p>
        </p:txBody>
      </p:sp>
    </p:spTree>
    <p:extLst>
      <p:ext uri="{BB962C8B-B14F-4D97-AF65-F5344CB8AC3E}">
        <p14:creationId xmlns:p14="http://schemas.microsoft.com/office/powerpoint/2010/main" val="32668964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squares on a white background&#10;&#10;Description automatically generated">
            <a:extLst>
              <a:ext uri="{FF2B5EF4-FFF2-40B4-BE49-F238E27FC236}">
                <a16:creationId xmlns:a16="http://schemas.microsoft.com/office/drawing/2014/main" id="{415059ED-DF8B-5043-BA2C-743B9405BD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191999" cy="6857999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501CA1E-D2CD-EDC4-D9AC-9729D86EEC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7926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Duis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sollicitudin</a:t>
            </a:r>
            <a:r>
              <a:rPr lang="en-GB" dirty="0">
                <a:effectLst/>
              </a:rPr>
              <a:t> nisi.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metus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consequat</a:t>
            </a:r>
            <a:r>
              <a:rPr lang="en-GB" dirty="0">
                <a:effectLst/>
              </a:rPr>
              <a:t> in,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Vivamus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 libero. Maecenas vestibulum.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C2FE33D-DF87-F832-AAAD-D8759EEF3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907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. Nam </a:t>
            </a:r>
            <a:r>
              <a:rPr lang="en-GB" dirty="0" err="1">
                <a:effectLst/>
              </a:rPr>
              <a:t>mollis</a:t>
            </a:r>
            <a:r>
              <a:rPr lang="en-GB" dirty="0">
                <a:effectLst/>
              </a:rPr>
              <a:t> fermentum </a:t>
            </a:r>
            <a:r>
              <a:rPr lang="en-GB" dirty="0" err="1">
                <a:effectLst/>
              </a:rPr>
              <a:t>lacus</a:t>
            </a:r>
            <a:r>
              <a:rPr lang="en-GB" dirty="0">
                <a:effectLst/>
              </a:rPr>
              <a:t>. 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A798195-7A30-2172-FD40-31EF699D19E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1888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risus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imperdiet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lorem.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7549758-A2DD-D42E-BFDE-03BF460B595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11052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Proin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ornare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commodo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consectetur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,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sagittis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purus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B408C7F1-4E97-33E6-5C76-0AD1AE80A6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18033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egestas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, non maximus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 in mi.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80F647A-9366-A7DD-2048-9C1E320BD49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25014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pretium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diam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tellus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. Maecenas </a:t>
            </a:r>
            <a:r>
              <a:rPr lang="en-GB" dirty="0" err="1">
                <a:effectLst/>
              </a:rPr>
              <a:t>feugiat</a:t>
            </a:r>
            <a:r>
              <a:rPr lang="en-GB" dirty="0">
                <a:effectLst/>
              </a:rPr>
              <a:t> ante.</a:t>
            </a:r>
          </a:p>
        </p:txBody>
      </p:sp>
    </p:spTree>
    <p:extLst>
      <p:ext uri="{BB962C8B-B14F-4D97-AF65-F5344CB8AC3E}">
        <p14:creationId xmlns:p14="http://schemas.microsoft.com/office/powerpoint/2010/main" val="16626157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Tile–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88D61EF-9F72-416B-0D60-FAA12B5486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1158433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9101577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card&#10;&#10;Description automatically generated">
            <a:extLst>
              <a:ext uri="{FF2B5EF4-FFF2-40B4-BE49-F238E27FC236}">
                <a16:creationId xmlns:a16="http://schemas.microsoft.com/office/drawing/2014/main" id="{1953CDB6-D0DB-DC8C-105A-A75847BF36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9912CB4-4140-BFD0-34DC-C64D3FBE07C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961BF4BD-0E64-0DBF-120C-1FAFE9CBD29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3167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2661984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white rectangular object with black dots&#10;&#10;Description automatically generated">
            <a:extLst>
              <a:ext uri="{FF2B5EF4-FFF2-40B4-BE49-F238E27FC236}">
                <a16:creationId xmlns:a16="http://schemas.microsoft.com/office/drawing/2014/main" id="{2EB4F304-94CF-9885-403A-87909578EAB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8FE725D-7C57-F50C-8DCF-37954C00015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211299" y="1106937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3743C530-F7D4-3A67-E309-896307902ED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1299" y="1440749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3ED9C50-B697-3F7F-1F7F-F7B380BF13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6FEBF151-E5B1-3534-88CD-24D8410A7B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803004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C72BF794-86A9-C2D6-8D24-126A1602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" name="Picture Placeholder 10">
            <a:extLst>
              <a:ext uri="{FF2B5EF4-FFF2-40B4-BE49-F238E27FC236}">
                <a16:creationId xmlns:a16="http://schemas.microsoft.com/office/drawing/2014/main" id="{61F4D840-AD8A-70EC-BF49-C6E0270420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7743" y="1108744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3039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36DC948E-A205-CDE5-9740-DEA2F253763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77387" y="1108744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0A1948BC-EFE8-D695-1AE1-BEA2F1F3AE5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73479" y="1433039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A1ECD638-8B2D-0E33-7DA4-C1526244836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7743" y="3834025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409DC529-660A-5FAF-68AD-1D137FC36D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3835" y="4158320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880F9B78-5A7E-8C54-8457-7EFA8F6CD6F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177387" y="3834025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017FF94B-1DDA-95AA-55DD-B18570AF3A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173479" y="4158320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3405206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+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4781"/>
            <a:ext cx="5715000" cy="5289842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" name="Picture Placeholder 10">
            <a:extLst>
              <a:ext uri="{FF2B5EF4-FFF2-40B4-BE49-F238E27FC236}">
                <a16:creationId xmlns:a16="http://schemas.microsoft.com/office/drawing/2014/main" id="{C41B170E-89EB-306F-074C-6A9316A9970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6561" y="1430793"/>
            <a:ext cx="571063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6583989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+Conten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BC5A91B5-6135-C30A-5A66-DCBDB82CE99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0639" y="1104780"/>
            <a:ext cx="5702441" cy="5289842"/>
          </a:xfrm>
        </p:spPr>
        <p:txBody>
          <a:bodyPr tIns="324000"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0B6EF450-3C96-CDA7-78AC-237761C2EE3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4765375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phone&#10;&#10;Description automatically generated">
            <a:extLst>
              <a:ext uri="{FF2B5EF4-FFF2-40B4-BE49-F238E27FC236}">
                <a16:creationId xmlns:a16="http://schemas.microsoft.com/office/drawing/2014/main" id="{C945A0E4-5813-3709-B9BD-7F2AF6C785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7" name="Text Placeholder 22">
            <a:extLst>
              <a:ext uri="{FF2B5EF4-FFF2-40B4-BE49-F238E27FC236}">
                <a16:creationId xmlns:a16="http://schemas.microsoft.com/office/drawing/2014/main" id="{0A18D2FB-0246-3EDD-7A8F-FC8F3B95C55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4781"/>
            <a:ext cx="3763072" cy="5289842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22FED59-3E64-B8CC-1AC2-28AD6DA9F25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229100" y="1109013"/>
            <a:ext cx="7659067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FCA771E8-1AF1-B711-4453-25A3964510B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9100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8590094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hone&#10;&#10;Description automatically generated">
            <a:extLst>
              <a:ext uri="{FF2B5EF4-FFF2-40B4-BE49-F238E27FC236}">
                <a16:creationId xmlns:a16="http://schemas.microsoft.com/office/drawing/2014/main" id="{E1D5169E-3C96-F545-A005-3A2764BBCE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84F3449B-C559-73F6-46A8-A4BAFBD73B6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4" y="1109013"/>
            <a:ext cx="7674305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B7A88CD3-DA4A-12F5-4288-A34CE4FC47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4825" y="1104780"/>
            <a:ext cx="3758255" cy="5289842"/>
          </a:xfrm>
        </p:spPr>
        <p:txBody>
          <a:bodyPr tIns="324000"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3780992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Content+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rectangular object with black dots&#10;&#10;Description automatically generated with medium confidence">
            <a:extLst>
              <a:ext uri="{FF2B5EF4-FFF2-40B4-BE49-F238E27FC236}">
                <a16:creationId xmlns:a16="http://schemas.microsoft.com/office/drawing/2014/main" id="{076A6F03-4902-A51A-B12F-AE3FB95F5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191999" cy="6857999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601D10A0-923E-FAB1-E456-AB63C755247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C653525F-23C7-7BB2-C46A-A5F5895A1E4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3167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0CD31C98-8DC0-F43B-B755-33DF7A7BCB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9014"/>
            <a:ext cx="5706870" cy="2540566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2" name="Text Placeholder 22">
            <a:extLst>
              <a:ext uri="{FF2B5EF4-FFF2-40B4-BE49-F238E27FC236}">
                <a16:creationId xmlns:a16="http://schemas.microsoft.com/office/drawing/2014/main" id="{24F1AB87-FA01-239D-A9CB-CF2AB8577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08919" y="3859941"/>
            <a:ext cx="5706870" cy="2540566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</p:spTree>
    <p:extLst>
      <p:ext uri="{BB962C8B-B14F-4D97-AF65-F5344CB8AC3E}">
        <p14:creationId xmlns:p14="http://schemas.microsoft.com/office/powerpoint/2010/main" val="11752369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Image+Conten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38706A17-39D3-579F-A268-DDF2351BC2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BDCF88B0-877A-9C10-4ADF-7406A127C72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1297" y="1118813"/>
            <a:ext cx="5706870" cy="2552537"/>
          </a:xfrm>
        </p:spPr>
        <p:txBody>
          <a:bodyPr tIns="324000" rIns="324000"/>
          <a:lstStyle/>
          <a:p>
            <a:pPr lvl="4"/>
            <a:r>
              <a:rPr lang="en-GB" dirty="0">
                <a:effectLst/>
              </a:rPr>
              <a:t>Cras auctor,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</a:t>
            </a:r>
          </a:p>
          <a:p>
            <a:pPr lvl="4"/>
            <a:r>
              <a:rPr lang="en-GB" dirty="0">
                <a:effectLst/>
              </a:rPr>
              <a:t>Vestibulum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, ex et </a:t>
            </a:r>
            <a:r>
              <a:rPr lang="en-GB" dirty="0" err="1">
                <a:effectLst/>
              </a:rPr>
              <a:t>placerat</a:t>
            </a:r>
            <a:endParaRPr lang="en-GB" dirty="0">
              <a:effectLst/>
            </a:endParaRPr>
          </a:p>
          <a:p>
            <a:pPr lvl="4"/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endParaRPr lang="en-CZ" dirty="0"/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6168C927-A516-58D5-D9D5-C6AF72606CA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6213" y="3842084"/>
            <a:ext cx="5711954" cy="2552537"/>
          </a:xfrm>
        </p:spPr>
        <p:txBody>
          <a:bodyPr tIns="324000" rIns="324000"/>
          <a:lstStyle/>
          <a:p>
            <a:pPr lvl="2"/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, lorem at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 dictum.</a:t>
            </a:r>
          </a:p>
          <a:p>
            <a:pPr lvl="2"/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magna.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ex.</a:t>
            </a:r>
          </a:p>
          <a:p>
            <a:pPr lvl="2"/>
            <a:r>
              <a:rPr lang="en-GB" dirty="0">
                <a:effectLst/>
              </a:rPr>
              <a:t>Aenean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neque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E0BA5753-0918-88BD-DB5F-F9594A9668C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671983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screenshot of a phone&#10;&#10;Description automatically generated">
            <a:extLst>
              <a:ext uri="{FF2B5EF4-FFF2-40B4-BE49-F238E27FC236}">
                <a16:creationId xmlns:a16="http://schemas.microsoft.com/office/drawing/2014/main" id="{E3FA366D-A4A9-5186-13E0-F1FD15E56C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3EE98F0A-7C09-6202-5C95-4ECACF5E8D0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24696F60-FDED-5098-D9C9-25A4ED2027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243F70FE-BD6A-5CE8-576B-C81AABE1ED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5717" y="1114359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ACA7593F-E038-20B6-2AB9-B58ED815867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5717" y="2933142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36295C81-B298-0EB4-0D95-62112565FCC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5717" y="4762793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44805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screenshot of a phone&#10;&#10;Description automatically generated">
            <a:extLst>
              <a:ext uri="{FF2B5EF4-FFF2-40B4-BE49-F238E27FC236}">
                <a16:creationId xmlns:a16="http://schemas.microsoft.com/office/drawing/2014/main" id="{0FAA8E98-5D30-9C98-499F-AC0E0F2F47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26058" y="1114359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58032A59-EB50-70C6-5F6F-195B904B8D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5D6DBA9D-8DD9-F1FA-1C30-06FA1E493A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6058" y="2933142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26058" y="4762793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84434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CF265211-60D3-3CC3-3366-CCC9925ABF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3835" y="1114360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3835" y="24796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03835" y="38409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6856E1D2-760B-9E51-2AB3-DBA138AB39E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3835" y="52022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libero at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molestie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eleifend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natoque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penatibus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magnis</a:t>
            </a:r>
            <a:r>
              <a:rPr lang="en-GB" dirty="0">
                <a:effectLst/>
              </a:rPr>
              <a:t> dis parturient </a:t>
            </a:r>
            <a:r>
              <a:rPr lang="en-GB" dirty="0" err="1">
                <a:effectLst/>
              </a:rPr>
              <a:t>montes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nascetur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ridiculus</a:t>
            </a:r>
            <a:r>
              <a:rPr lang="en-GB" dirty="0">
                <a:effectLst/>
              </a:rPr>
              <a:t> mus.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a nisi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, auctor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 sit.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5CABB5-85CA-C66D-C0DD-3F700D40071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A3DCAE1E-438A-98F1-40FA-EE7CE5FBD56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3872885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phone&#10;&#10;Description automatically generated">
            <a:extLst>
              <a:ext uri="{FF2B5EF4-FFF2-40B4-BE49-F238E27FC236}">
                <a16:creationId xmlns:a16="http://schemas.microsoft.com/office/drawing/2014/main" id="{B605E262-C524-50F2-FEED-2ADB5BEB30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26058" y="1114360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58032A59-EB50-70C6-5F6F-195B904B8D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5D6DBA9D-8DD9-F1FA-1C30-06FA1E493A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6058" y="24796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26058" y="38409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6856E1D2-760B-9E51-2AB3-DBA138AB39E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058" y="52022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libero at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molestie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eleifend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natoque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penatibus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magnis</a:t>
            </a:r>
            <a:r>
              <a:rPr lang="en-GB" dirty="0">
                <a:effectLst/>
              </a:rPr>
              <a:t> dis parturient </a:t>
            </a:r>
            <a:r>
              <a:rPr lang="en-GB" dirty="0" err="1">
                <a:effectLst/>
              </a:rPr>
              <a:t>montes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nascetur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ridiculus</a:t>
            </a:r>
            <a:r>
              <a:rPr lang="en-GB" dirty="0">
                <a:effectLst/>
              </a:rPr>
              <a:t> mus.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a nisi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, auctor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 sit.</a:t>
            </a:r>
          </a:p>
        </p:txBody>
      </p:sp>
    </p:spTree>
    <p:extLst>
      <p:ext uri="{BB962C8B-B14F-4D97-AF65-F5344CB8AC3E}">
        <p14:creationId xmlns:p14="http://schemas.microsoft.com/office/powerpoint/2010/main" val="264141438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icity logo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square with a white background&#10;&#10;Description automatically generated">
            <a:extLst>
              <a:ext uri="{FF2B5EF4-FFF2-40B4-BE49-F238E27FC236}">
                <a16:creationId xmlns:a16="http://schemas.microsoft.com/office/drawing/2014/main" id="{4F5A1724-BE65-B397-9106-BD6BB83039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5240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icity logo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square with white text&#10;&#10;Description automatically generated">
            <a:extLst>
              <a:ext uri="{FF2B5EF4-FFF2-40B4-BE49-F238E27FC236}">
                <a16:creationId xmlns:a16="http://schemas.microsoft.com/office/drawing/2014/main" id="{E771A05C-2DC1-C320-255C-855C07680F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98795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B logo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ed background with white text&#10;&#10;AI-generated content may be incorrect.">
            <a:extLst>
              <a:ext uri="{FF2B5EF4-FFF2-40B4-BE49-F238E27FC236}">
                <a16:creationId xmlns:a16="http://schemas.microsoft.com/office/drawing/2014/main" id="{321B8429-C301-6AEA-B3DE-04B381BF3A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600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4C055E-5293-3769-025F-0FEC044E6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E01CB-62BF-0AF7-3848-F0459ADE2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51484"/>
            <a:ext cx="10515600" cy="4351338"/>
          </a:xfrm>
          <a:prstGeom prst="rect">
            <a:avLst/>
          </a:prstGeom>
        </p:spPr>
        <p:txBody>
          <a:bodyPr vert="horz" lIns="324000" tIns="45720" rIns="32400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C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36F3A-8C20-9D36-7723-BA810354EB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66947" y="64426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rgbClr val="909090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6D03E34F-0A3A-005A-A05A-9369A53D3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4268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0" i="0">
                <a:solidFill>
                  <a:srgbClr val="ADADAD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GB" dirty="0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34861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49" r:id="rId8"/>
    <p:sldLayoutId id="2147483667" r:id="rId9"/>
    <p:sldLayoutId id="2147483668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90" r:id="rId3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1pPr>
      <a:lvl2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2pPr>
      <a:lvl3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3pPr>
      <a:lvl4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4pPr>
      <a:lvl5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1BA27AC-3D01-C159-1268-E1FAFF5DA6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025A76-9FA8-2823-6F21-80D5E256A8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E7990E-8CF5-967D-2A57-6AE9B82DBA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019605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4F59E0-A54D-8880-FE9B-BCC1045555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42AF8B-BD9F-6692-BB30-05744C0EE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8ACD3AB-3FEE-D25B-37C9-932883127E0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4212137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B1367B-F17A-C976-555E-2BDE1818C5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AEC2B2-195E-1BA9-3992-A292FA4984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291320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E2AE5D8-3725-9A2F-7A4B-2B931D1EBC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32EC6-CA30-69C9-859E-50D9E229D2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493199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2C5324-091D-7F17-98EC-E12DF0976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5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596A2-8431-695E-0D18-4A2F7C22C7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0BC374-3B34-E415-DF98-906CE3056B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FF02E-FA20-03A1-8065-FA59521189F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114116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781BD9-0B81-42F3-D59F-6E6A15D7E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6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C70404-B784-0B43-D696-42B4C3A04A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2068A-8A7F-5C84-B110-EA405BF76C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C3E3F-BD05-3F1A-2481-7098C7F081A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317B37-0FB1-F6F3-9D09-8569B4B45D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5E6B7F-E67F-ECDF-9B79-3BA89DCFD76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B15C748-10E7-3B46-E75A-44BB2409916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EDD25E-E5AA-10B9-6E53-211E5E4CD33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388951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138133-860B-97FC-B1BB-11549A6D1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7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73078-FDCE-B669-5C77-18879F222E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F559B8-ACF3-70EB-1275-FB8F215B47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E222E-285D-E79A-138C-DD92E7EF11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F23D365-E001-B133-87EE-AF672D35868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9B74C09-0606-78A4-3CEF-E1D58703B1F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25512F3-9524-85B9-C756-A62557C966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CD617E-B235-B787-BAF7-45C6EDD24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BF5F13-CD36-8D97-E8A9-D30E6858255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0CC4D10-05F7-B2BA-0907-5E8A1CC7D73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775810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243604-FDDA-EDB5-A81A-D78FF03EA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8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9CC1F9-10BA-1C1F-F3FE-E6F963C9D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302889-68F1-A236-28B9-A7E3419F89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DD9F1-6DC7-C002-5752-EBA9755FDCD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01B112-E210-EAD1-E9A4-020948471E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B31C1EE-747B-49D7-B34F-989C335BDF4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1A9F46A-B16D-3DEC-A329-070AB0A078C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3CD643-678C-C5E3-E45D-D3C1119BA7F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3DBF58-94C9-CD92-1BC5-FA38496D079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3B12BBA-623E-A1FD-CBB3-854E93BC3CC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455ED64-418C-A2CC-D958-A3F06618EE0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9A218A-7B0C-7B36-CB7D-BA374ED712A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933930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A10156-37A6-0EBA-6430-4DDDA4B11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9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383B3-A3ED-A8D6-C685-72AE900844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19E0F-F4A0-BC17-AE6A-FEB780E2D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3883B-09D3-7EC2-4B46-8D2C31E8D93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4671AE0-F218-0EC1-D3DA-84ACA03AAD4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96B597-AD5C-0DD8-9631-04CD6833A9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2BBF1B-A418-6B75-4F36-B279416F486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085A1F0-EB5F-E16B-45BA-F50B9BC3A06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F68289-7F1F-A8CE-5624-4A4E6B049F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726349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B93948-DEE2-FEDE-F333-9873F3E8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10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B3C40F-82B3-24D1-BDC6-3772C5F053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486164-E7E6-8C2E-F641-C7660CF50A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05795-2B91-4880-FF77-DFBBFB51B85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D96DEA0-049C-6C30-EAA1-A6A34E3E94E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5FCA6E-E851-6AC5-01E7-7E1EF7AF8C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637A34-BACA-C100-04A5-E883549ABF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EE2F0E-7E19-A9FE-7B17-290FD12742F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4D40919-1157-3E1B-63E3-2972711756B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51226A-E6BA-D932-73A3-909F0414A69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953291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D4CEDF-7D3F-892B-8C09-C931CBCC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11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CB88B4-17A5-88F7-CA1E-BE2E921090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306F95-9D83-3189-61EA-3F596D608E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C484C-2B8F-D0B7-51BB-C362A10ECDA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6251E05-9D2B-5B4E-49D2-A267CED6F2D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016CC4-0578-B6DB-4F2C-03C0A1F6CA0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245262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E9BB2D-54E1-1DCF-6A9B-ECA8E4293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12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C5339-D427-D3EA-4D13-67BAB78966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906090-505A-8236-C431-86852564B0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DA76B-2338-E1E4-995A-681B66464AE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71F1C3F-8E00-926B-0D20-61065161115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14B94F-3262-7A95-6C16-D1BC7D5846C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E6DCDA-B716-4947-CCFF-F422F6806FC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42BF366-717A-F5F6-30E6-0D489765962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262528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E4AABE-4496-6C9E-80A0-8A3C29BAC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13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3450FB-8C5E-6D63-3D01-8A89CB8E77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77CE9E-7A9C-F77C-2680-59F38DFE5E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BA671-BDD1-069B-4091-E5667A07070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22A758D-D48D-93D7-0DEC-98B2C9CB840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A2A77D-B868-0903-4E52-2A32047A030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5BC3D26-D7B3-5DAE-9621-0961F5C1E57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FD99D32-2346-F965-4C8C-B77560FC86F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AAF3675-F0FD-C774-B255-8C544689D2F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49929DF-7FCB-34FC-65E0-7122BF732A2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752685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B4A581-4894-D7EB-4F32-6087802D7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14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BDDC4-ABD9-8015-CC57-25AF107F8B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BFB02-BE60-C3C0-9C61-5B1EBF0987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815008-6261-E3E0-1D60-982A472629F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BF223F0-5715-F7A8-97DA-EFEF4DA0EFF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CAD3B32-8F27-DD52-ECE9-14060910C1A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A54C298-566C-C012-96D4-28530AC1EF5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0A01820-B381-91B0-F3CA-D9A6FFA6EEF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AE7911F-01BF-5C53-79B3-5E1A389B49C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0827635-6382-629A-F445-F93DBA3773C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65E042F-1C8A-C348-D58D-A47AD85C54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88FC73D-62C0-F10F-9C9F-29AD0DCC3BF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641939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9FAC70-305D-7000-DF0D-FDD11A752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15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77F0F4-3451-B089-560E-1E041AD374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F4A0F-9636-86A4-9CFA-0E28158E47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F0BC8-B3B1-D847-8A13-958863B022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C22F01-BA92-6E34-1D2A-937DE35B16C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79DC522-9F92-F9AB-50FE-EAE81BA201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314A420-5B40-73B5-2F6D-57C79F7213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567938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05B8EA-2916-B988-82EB-E705A5983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16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C209E-363D-173E-7DBD-48E2AED8FA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3925B-454B-154E-0485-FF5B93CBFD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31532-F77A-B423-53E2-FD2CBF9752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5EE9AE-53BA-798C-9001-D2D2ECCDB03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6D0D07B-E358-EDC1-D75C-3893F004C14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743531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D32DD3-E645-ECD5-9ABC-A4F21B079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17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0C711-E0C1-49CA-3B96-3EBB8BF8C2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30660-81CA-20F6-4191-B7C264DE29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A7A479-5314-1FF4-4C97-D44A0F7A343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E1BBAC-CB5F-4CDB-4EEC-A026524677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AD6E00-E496-3B9D-3E1C-F9BA56330DD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9B714A4-82C8-BFA1-BCBD-72E6CF4BDD7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74190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9327D4-5613-4BF8-3009-A61511BCE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18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3B449-C115-3960-00AA-F76550A9BD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F493C-07B1-FB04-E1C3-9F18D52A79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B8438-C75D-FBA0-9FEE-FB451405022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0AC2DF2-DDB3-5A2E-4890-B5C04D430B1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D25AFCD-B53B-6E88-C814-62F5831FB03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293812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241C94-7D8F-7C2F-439A-67F9986CC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19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3B446E-7853-B0FC-8AA3-A071542D21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FFBE6-6DB5-C9E8-C33F-F5011D7D04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87AEB-C079-7167-0F2C-131D1602F06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C1FB568-7648-BFB5-782F-F713AD4A137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C5AA68-C1BB-C962-A93D-180136424A9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04FC669-E625-69C1-7210-14683BCCCA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34FFC1D-CE79-ECBF-83D3-D23047C5F35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254263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92F12-09C3-C7CA-7B13-ABE6AACDE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20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FBD77E-B35A-1FEE-9C21-66950FC094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1D53C1-6CE0-D297-FAC4-A73219E296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99E0A-3D0F-FD9F-6F4D-090EDB2C81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2EF9616-9881-8565-CF33-0021CB7C7BC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7DC69C4-E730-6067-8040-FBBF33C7911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F8BD944-66CF-9D12-39D9-773981EF2C4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912108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0FA214-25A2-A2D1-0796-BDF566A8E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21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1754C1-EBC3-9783-1F6E-0C69B744C5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30B45C-0417-9E17-086A-8A4CF7B98B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6B54B-E87F-649F-B37D-AF0F0B1A33C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3E9D70D-F613-CDA4-95D9-2FD9DB5E002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71526C2-724E-3CAA-431B-EF32845D6F2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50D5260-991D-7205-1C66-49DF928141F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5004036-DD08-32E5-E684-6EAC04663B2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A30025C-BBA5-FCDD-8796-55DBBC7F4CA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720631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D259E0-2DB7-5092-5994-AD792C0BB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22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D71A8-AE77-D0F6-A0BD-A7B81D006C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72AF77-3E41-3E27-1166-BA38FB8F94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92C0F-2E1B-0F70-0E95-3B268A9A246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FA5AD3F-4D1A-0AD3-967E-DCF157796E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C4AF36A-3139-E5CA-35AD-12D2A28ECDB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EBBDEB-BD64-5A5C-D750-091468B6706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5F15609-D389-D5E3-B002-B8DBA12DD8F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AC4218B-CB0D-6102-93A8-4B1C18DC649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3323484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1E8DD-5940-10AB-2E8D-301A345B6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23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A056C-64AE-93CC-F378-ADE9640A8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4DC2D1-27CB-6B8D-212B-DAE568B7AA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BD115-63E6-D8BF-770B-6A4A2A5EC8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537545-9FB2-FBFB-4456-ED0E14D87A9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3F7C61-1763-ADC9-FC32-CBD5A56C025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BF1F3F-20AA-2609-794A-6844A03080D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0DB7A18-BE79-D195-42CF-9FE5CB5C219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0544DE5-5965-B687-8F07-8884A1753BF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6385E48-A5A6-3121-3B75-7F6115FB084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2947182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548048-525E-30FE-4E27-916EE953F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24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345B66-D516-B4DF-4AB7-9C31A18AE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A00B5-A2B4-EF9C-9A92-7EA50760F6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73028-DF83-3DAE-C0C7-336967670C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3F0136-4BC5-BAF0-7683-00710C34FFF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65012E3-D732-29D3-85F7-B1B57B38AC6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07AFA4-D075-1B79-2152-39C2DD2549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9A4FB9-AD0A-66C7-48A7-20DE0F7C8BF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FB9C1A-76DB-D522-385B-FD6A5991A46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24AF115-3F8A-6A94-C811-078727FF5EC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076269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4324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43239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41399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28</a:t>
            </a:fld>
            <a:endParaRPr lang="en-CZ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What is MiNiFi?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A lightweight Apache NiFi agent for edge data collection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4"/>
            <a:r>
              <a:rPr lang="en-GB" dirty="0"/>
              <a:t>Java-based agent, part of the Apache NiFi project</a:t>
            </a:r>
          </a:p>
          <a:p>
            <a:pPr lvl="4"/>
            <a:r>
              <a:rPr lang="en-GB" dirty="0"/>
              <a:t>Included in every NiFi release since NiFi 2.0</a:t>
            </a:r>
          </a:p>
          <a:p>
            <a:pPr lvl="4"/>
            <a:r>
              <a:rPr lang="en-GB" dirty="0"/>
              <a:t>Runs the same processors as NiFi — same functional coverage</a:t>
            </a:r>
          </a:p>
          <a:p>
            <a:pPr lvl="4"/>
            <a:r>
              <a:rPr lang="en-GB" dirty="0"/>
              <a:t>No web UI — the flow is a definition file, kept in Git</a:t>
            </a:r>
          </a:p>
        </p:txBody>
      </p:sp>
      <p:pic>
        <p:nvPicPr>
          <p:cNvPr id="7" name="Picture Placeholder" descr="Apache MiNiFi logo"/>
          <p:cNvPicPr>
            <a:picLocks noGrp="1" noChangeAspect="1"/>
          </p:cNvPicPr>
          <p:nvPr>
            <p:ph type="pic" sz="quarter" idx="20"/>
          </p:nvPr>
        </p:nvPicPr>
        <p:blipFill>
          <a:blip r:embed="rId2"/>
          <a:stretch>
            <a:fillRect/>
          </a:stretch>
        </p:blipFill>
        <p:spPr>
          <a:xfrm>
            <a:off x="6830000" y="2548000"/>
            <a:ext cx="4400000" cy="2411000"/>
          </a:xfrm>
          <a:prstGeom prst="rect">
            <a:avLst/>
          </a:prstGeom>
        </p:spPr>
      </p:pic>
      <p:sp>
        <p:nvSpPr>
          <p:cNvPr id="8" name="Picture Caption Placeholder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1000000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29</a:t>
            </a:fld>
            <a:endParaRPr lang="en-CZ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Why MiNiFi fits our case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Ready-made components instead of custom code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ile1 Body idx16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4"/>
            <a:r>
              <a:rPr lang="en-GB" dirty="0"/>
              <a:t>Oracle, MS SQL Server, PostgreSQL via JDBC</a:t>
            </a:r>
          </a:p>
          <a:p>
            <a:pPr lvl="4"/>
            <a:r>
              <a:rPr lang="en-GB" dirty="0"/>
              <a:t>Incremental extraction built in</a:t>
            </a:r>
          </a:p>
        </p:txBody>
      </p:sp>
      <p:sp>
        <p:nvSpPr>
          <p:cNvPr id="7" name="Tile3 Body idx17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2"/>
            <a:r>
              <a:rPr lang="en-GB" dirty="0"/>
              <a:t>Built-in Parquet reader and writer</a:t>
            </a:r>
          </a:p>
          <a:p>
            <a:pPr lvl="2"/>
            <a:r>
              <a:rPr lang="en-GB" dirty="0"/>
              <a:t>Direct S3 read and write</a:t>
            </a:r>
          </a:p>
        </p:txBody>
      </p:sp>
      <p:sp>
        <p:nvSpPr>
          <p:cNvPr id="8" name="Tile1 Header idx18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/>
            <a:r>
              <a:rPr lang="en-GB" dirty="0"/>
              <a:t>Databases</a:t>
            </a:r>
          </a:p>
        </p:txBody>
      </p:sp>
      <p:sp>
        <p:nvSpPr>
          <p:cNvPr id="9" name="Tile3 Header idx19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/>
            <a:r>
              <a:rPr lang="en-GB" dirty="0"/>
              <a:t>Parquet &amp; S3</a:t>
            </a:r>
          </a:p>
        </p:txBody>
      </p:sp>
      <p:sp>
        <p:nvSpPr>
          <p:cNvPr id="10" name="Tile2 Body idx20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4"/>
            <a:r>
              <a:rPr lang="en-GB" dirty="0"/>
              <a:t>Native processors for both</a:t>
            </a:r>
          </a:p>
          <a:p>
            <a:pPr lvl="4"/>
            <a:r>
              <a:rPr lang="en-GB" dirty="0"/>
              <a:t>One tool instead of two (AirPy + NiFi)</a:t>
            </a:r>
          </a:p>
        </p:txBody>
      </p:sp>
      <p:sp>
        <p:nvSpPr>
          <p:cNvPr id="11" name="Tile4 Body idx2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2"/>
            <a:r>
              <a:rPr lang="en-GB" dirty="0"/>
              <a:t>Flow definition is a file, not a UI-only config</a:t>
            </a:r>
          </a:p>
          <a:p>
            <a:pPr lvl="2"/>
            <a:r>
              <a:rPr lang="en-GB" dirty="0"/>
              <a:t>Versioned in Git, reviewed in pull requests</a:t>
            </a:r>
          </a:p>
        </p:txBody>
      </p:sp>
      <p:sp>
        <p:nvSpPr>
          <p:cNvPr id="12" name="Tile4 Header idx22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/>
            <a:r>
              <a:rPr lang="en-GB" dirty="0"/>
              <a:t>Flow as code</a:t>
            </a:r>
          </a:p>
        </p:txBody>
      </p:sp>
      <p:sp>
        <p:nvSpPr>
          <p:cNvPr id="13" name="Tile2 Header idx23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lvl="0"/>
            <a:r>
              <a:rPr lang="en-GB" dirty="0"/>
              <a:t>Kafka &amp; Elasticsearch</a:t>
            </a:r>
          </a:p>
        </p:txBody>
      </p:sp>
    </p:spTree>
    <p:extLst>
      <p:ext uri="{BB962C8B-B14F-4D97-AF65-F5344CB8AC3E}">
        <p14:creationId xmlns:p14="http://schemas.microsoft.com/office/powerpoint/2010/main" val="1100000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/>
      </a:spPr>
      <a:bodyPr wrap="square" lIns="0" tIns="0" rIns="0" bIns="0" rtlCol="0" anchor="ctr"/>
      <a:lstStyle>
        <a:defPPr algn="l">
          <a:lnSpc>
            <a:spcPts val="1800"/>
          </a:lnSpc>
          <a:defRPr sz="1350" kern="0" spc="-34" dirty="0">
            <a:solidFill>
              <a:srgbClr val="909090">
                <a:alpha val="100000"/>
              </a:srgbClr>
            </a:solidFill>
            <a:latin typeface="Source Sans Pro SemiBold" pitchFamily="34" charset="0"/>
            <a:ea typeface="Source Sans Pro SemiBold" pitchFamily="34" charset="-122"/>
            <a:cs typeface="Source Sans Pro SemiBold" pitchFamily="34" charset="-120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1611</TotalTime>
  <Words>218</Words>
  <Application>Microsoft Office PowerPoint</Application>
  <PresentationFormat>Širokoúhlá obrazovka</PresentationFormat>
  <Paragraphs>64</Paragraphs>
  <Slides>29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5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Source Sans Pro</vt:lpstr>
      <vt:lpstr>Source Sans Pro SemiBold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Lukas Pitter</dc:creator>
  <cp:lastModifiedBy>PAVEL JERABEK</cp:lastModifiedBy>
  <cp:revision>24</cp:revision>
  <dcterms:created xsi:type="dcterms:W3CDTF">2024-01-03T16:58:28Z</dcterms:created>
  <dcterms:modified xsi:type="dcterms:W3CDTF">2026-09-23T17:27:05Z</dcterms:modified>
</cp:coreProperties>
</file>